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Casos aptos, de 116 (sem LLM)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Aptos à verificação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tipos simples</c:v>
                  </c:pt>
                  <c:pt idx="1">
                    <c:v>+ stubs</c:v>
                  </c:pt>
                  <c:pt idx="2">
                    <c:v>+ objetos e tipos</c:v>
                  </c:pt>
                  <c:pt idx="3">
                    <c:v>+ métodos e cadeias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70</c:v>
                </c:pt>
                <c:pt idx="2">
                  <c:v>72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6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Acerto por critério (104 bugs, gpt-4o-mini)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Revocação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arquivo</c:v>
                  </c:pt>
                  <c:pt idx="1">
                    <c:v>função</c:v>
                  </c:pt>
                  <c:pt idx="2">
                    <c:v>categoria no arquivo</c:v>
                  </c:pt>
                  <c:pt idx="3">
                    <c:v>categoria, dada a função</c:v>
                  </c:pt>
                  <c:pt idx="4">
                    <c:v>expressão exata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97</c:v>
                </c:pt>
                <c:pt idx="2">
                  <c:v>49</c:v>
                </c:pt>
                <c:pt idx="3">
                  <c:v>47</c:v>
                </c:pt>
                <c:pt idx="4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Arial"/>
              </a:rPr>
              <a:t>Hipóteses com veredito do ESBMC (RQ2, 125 hipóteses, mesmo orçamento)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Reparo guiado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chamada</c:v>
                  </c:pt>
                  <c:pt idx="1">
                    <c:v>2 chamadas</c:v>
                  </c:pt>
                  <c:pt idx="2">
                    <c:v>3 chamadas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</c:v>
                </c:pt>
                <c:pt idx="1">
                  <c:v>8.8</c:v>
                </c:pt>
                <c:pt idx="2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Amostragem independente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chamada</c:v>
                  </c:pt>
                  <c:pt idx="1">
                    <c:v>2 chamadas</c:v>
                  </c:pt>
                  <c:pt idx="2">
                    <c:v>3 chamadas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3.3</c:v>
                </c:pt>
                <c:pt idx="1">
                  <c:v>4.4</c:v>
                </c:pt>
                <c:pt idx="2">
                  <c:v>4.4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com amostragem de mesmo custo segue Olausson et al. (ICLR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híbrido LLM + ESBMC-Python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Redesenho da verificação: hipóteses congeladas, harness determinístico e validação por execução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· PPGINF · orientação: Lucas Cordeiro · 30/09/2026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LLM acha o bug; o gargalo estava em transformar a hipótese em verificação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antigo confirmava quase nada no código real.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arquitetura: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LLM não escreve mais código de verificação.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genérico: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substitutos automáticos para bibliotecas, objetos e tipos que o ESBMC não modela.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por execução: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e falsos negativos do ESBMC-Python 8.5 medidos e separados.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com bug localizada em 97% dos casos e primeiras confirmações no código original.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E6F2F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89320" y="155448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funções com bug localizadas pela LLM (101 de 104)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 anterior confirmava a abstração, não o código real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× 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"confirmadas" só na abstração escalar contra 2 no código real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63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de 34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inconclusivos sem motivo registrado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de síntese para 135 hipóteses, em seis estratégias em cascata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de referência de 27/09 (gpt-4o-mini, 135 hipóteses). Conclusão: o problema estava na arquitetura da síntese, não apenas no modelo.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uma hipótese falsa virou "confirmação" (ip_real_15, black)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self.previous_defs and self.previous_defs[-1] &gt;= depth: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self.previous_defs.pop()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344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da LLM: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em lista vazia. É falsa: o while já impede.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gerado: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trocou a lista por um inteiro, removeu o while e verificou previous_defs &gt;= 0.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ESBMC achou contraexemplo e o caso contou como confirmado na abstração.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arquitetura: a LLM propõe, o programa monta, ESBMC e execução decidem juntos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2161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00784" y="1572768"/>
            <a:ext cx="128016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6232" y="128016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56232" y="1280160"/>
            <a:ext cx="12161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aponta o bug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99816" y="1572768"/>
            <a:ext cx="128016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28016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1280160"/>
            <a:ext cx="12161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confere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98848" y="1572768"/>
            <a:ext cx="128016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4296" y="128016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4296" y="1280160"/>
            <a:ext cx="12161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por código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572768"/>
            <a:ext cx="128016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128016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1280160"/>
            <a:ext cx="12161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ESBMC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96912" y="1572768"/>
            <a:ext cx="128016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128016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280160"/>
            <a:ext cx="12161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no CPython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3774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congelada: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 expressão suspeita não mudam entre tentativas.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original preservado: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analisada entra sem alteração lógica.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determinístico: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montado pelo programa, nunca escrito pela LLM.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limitado: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máximo duas correções, guiadas pelo erro do ESBMC.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repetição de resultado seguro: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até achar violação seria forçar a confirmação.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LLM agora descreve só as entradas, em JSON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"params": {"depth": "int"},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"attributes": {"previous_defs": "list[int]"},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"stubs": {"to_bytes": "str"},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"assumptions":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2344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aceitos: inteiros, reais, booleanos, texto, bytes, listas e dicionários aninhados, tuplas, valores opcionais e objetos com campos.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Pré-condições só podem usar as entradas e len().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real não representável é limite do método, não erro da LLM.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categoria do bug virou metadado: não participa da geração nem da confirmação.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 que o ESBMC não abre viram substitutos gerados pelo programa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no 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 de função ou método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que devolve valor não determinístico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informado pela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 da biblioteca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não determinístico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informado pela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base, anotação, isinstance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vazia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precisa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exceção levantada ou capturada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subclasse de Exception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precisa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cadeia email.utils.parsedate_tz(...)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renomeada para email_utils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informado pela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instanciada e usada como 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com construtor vazio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precisa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primeira execução real, 53 de 86 casos paravam na importação. Uma confirmação que depende de substituto vale se a biblioteca puder devolver aquele valor.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veredito do ESBMC-Python 8.5 sozinho não basta em nenhum dos dois sentidos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ESBMC-Python 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defs and defs[-1] &gt;= d: defs.pop()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aponta IndexError (falso positivo)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v: Optional[int] = None; v + 1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detecta (falso negativo)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exceção não tratada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 exata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reportada na linha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E6F2F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1546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confirmação exige que o ESBMC aponte a violação e que a execução concreta do mesmo programa reproduza a mesma exceção na linha da hipótese (validação por execução, Beyer et al., TAP 2018).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vereditos separam erro da LLM, limite do método e limite do verificador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ESBMC e execução concordam na exceção e na linha da hipótese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negativo do ESBMC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execução reproduz o bug, o ESBMC não detecta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validado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ESBMC aponta violação que a execução não reproduz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 falha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execução quebra em outra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confirmado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dos dois encontra o 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suportado / dependência ausente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do método ou do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Especificação falhou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LLM não produziu uma descrição válida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primeiro conta como confirmação do bug real.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às dúvidas de 23/09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do ESBMC com None: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de forma independente; Optional[int] somado a inteiro não é detectado no 8.5 e agora é medido como falso negativo.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escalar como evidência: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removido. Não conta mais como confirmação.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função real: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adotado como validação obrigatória depois do ESBMC.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categorias possíveis: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detecção passa a ser medida por localização; a categoria vira análise secundária.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gerado pelo ESBMC: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substituído pela reexecução própria, que também valida a linha e o tipo da exceção.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do harness levou mais bugs reais até o verificador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37160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dependência ausente, em sua maioria casos sem o arquivo-fonte completo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construções fora do alcance do verificador (async, recorte que alteraria dados globais, decoradores externos)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localização inválida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RQ1: a LLM acha a função com bug quase sempre, mas acerta a categoria em metade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37160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com bug: 101 de 104, precisão 86%.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certa: 51 de 104 (precisão 30%).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exato: 21 de 104.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só pela categoria subestimava a localização; por isso ela deixou de guiar a verificação.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 e RQ3: as primeiras confirmações formais no código original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(localização dada)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(ponta a ponta)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chegaram à especificação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confirmadas no código original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(condicional)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negativo do ESBMC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confirmadas / não validadas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paradas por limite do ESBMC ou do harness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 ausente / especificação inválida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18872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DF1E3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325880"/>
            <a:ext cx="2240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Confirmações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cli_bool_option (youtube-dl): AssertionError no assert do próprio código.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(thefuck): IndexError em split()[1] com comando de uma palavra.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WebSocketHandler.set_nodelay (tornado): condicional ao estado do objeto; é a da ponta a ponta.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43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Gargalo: o alcance do ESBMC-Python sobre código real, não a LLM.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mesmo custo, o erro do ESBMC quase triplica a taxa de verificação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23444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confirmados e 14 especificações inválidas, contra 2 e 35 na amostragem; 346 mil e 354 mil tokens.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falsa: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nas 107 versões corrigidas. Em cli_bool_option corrigido o ESBMC ainda acusa violação, mas a execução não reproduz: fica não validado.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por braço; repetir para medir a variação.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limites do ESBMC-Python documentados com reprodutores mínimos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Falsos positivos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protegida por verificação de lista vazia; método de classe aninhada não resolvido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Falsos negativos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com valor opcional nulo; atributo de texto opcional (PR #8014)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Falhas do verificador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segmentação com expressão condicional; exceção sem linha (corrigido na PR #8014); FAILED e UNKNOWN na mesma execução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Construções recusadas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fatiamento 2-D do numpy, chamada com *args, formatação com 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a versão 8.5.0 e a PR #8014; cada limite tem o caso do dataset onde apareceu.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Braço experimental: quanto um agente interativo recupera além do método automático?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os casos que o harness automático não alcança, um agente (Claude Code com o plugin ESBMC) tenta construir o harness de forma interativa.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não confia no agente: roda o ESBMC por conta própria, reexecuta no CPython e aplica a mesma regra de confirmação.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agente alterar o corpo da função analisada, o resultado fica fora da contagem principal.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Literatura que fundamenta as decisões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 que sustenta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Beyer et al. (TAP 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contraexemplos executando o programa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Clarke et al. (CAV 2000)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contraexemplos espúrios em abstrações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Olausson et al. (ICLR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 guiado comparado com amostragem de mesmo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(ISSTA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drivers gerados por LLM falham em APIs complexas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Amusuo et al. (arXiv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drivers gerados produzem falhas espúrias por estado irreal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Wu, Barrett e Narodytska (ICLR 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LLM propõe, o verificador decide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e decisões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7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 alta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reparo × amostragem e versões corrigidas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agente nos casos restantes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 integrar 199 bugs validados do BugsInPy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um modelo mais forte na especificação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6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localização do gabarito como entrada controlada na RQ2?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issues no ESBMC-Python com os dez reprodutores?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Confirmações com substituto de biblioteca entram na métrica principal?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híbrido LLM + ESBMC-Python</dc:title>
  <dc:subject>PptxGenJS Presentation</dc:subject>
  <dc:creator>PptxGenJS</dc:creator>
  <cp:lastModifiedBy>PptxGenJS</cp:lastModifiedBy>
  <cp:revision>1</cp:revision>
  <dcterms:created xsi:type="dcterms:W3CDTF">2026-09-29T19:20:11Z</dcterms:created>
  <dcterms:modified xsi:type="dcterms:W3CDTF">2026-09-29T19:20:11Z</dcterms:modified>
</cp:coreProperties>
</file>