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"harness" é o programa que o ESBMC verifica: ele chama a função suspeita com entradas quaisquer. Nesta versão, a LLM escrevia esse programa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caso é o mais forte: sem a execução, o pipeline teria confirmado um bug em código já corrigido. A validação por execução segue Beyer et al. (TAP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Detecção de bugs em Python real com LLM e confirmação formal com ESBMC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do pipeline de 09/09 a 30/09/2026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F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Fernanda · PPGINF · orientação: Lucas Cordeiro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1: como estava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27/09, a LLM fazia quase tudo: achava o bug, escolhia a categoria e escrevia o harness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60807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33856"/>
            <a:ext cx="804672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código Python → LLM aponta o bug e escolhe 1 de 8 categorias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→ LLM escreve o harness (estratégia escolhida pela categoria)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→ ESBMC → se achar erro: "confirmado"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7602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8 categorias: pré-condição inválida · uso indevido de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fora dos limites ·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711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violação de asserção · tipo incompatível · variável errada · divisão por zero · estouro de inteiro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3820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categoria decidia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harness seria escrito e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detecção estava certa.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929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ESBMC sozinho dava a palavra final.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1: a LLM achava a função certa, mas errava a expressão e a categoria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bugs reais, gpt-4o-mini: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7053943"/>
                <a:gridCol w="11756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LLM acertou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função com bug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categoria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expressão exata do bug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2688336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Categoria: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 mesmo bug cabe em mais de uma das 8 (um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causa acesso fora dos limites é "uso de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ou "fora dos limites"?). A LLM achava o lugar certo e era contada como erro.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218688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Expressão: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texto idêntico ao gabarito, só 20%. Espaço diferente ou um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volta contavam como erro.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2: o harness escrito pela LLM "confirmava" bugs que não existem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 (projeto black):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08176"/>
            <a:ext cx="8229600" cy="44805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44752"/>
            <a:ext cx="8046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self.previous_defs and self.previous_defs[-1] &gt;= depth: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self.previous_defs.pop()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LLM disse: "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pop()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pode falhar com a lista vazia".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Falso: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só entra se a lista não estiver vazia.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441448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harness que ela escreveu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trocou a lista por um número e apagou o `while`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Nesse programa alterado, o ESBMC achou um erro, e o caso contou como "confirmado".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rodada de 27/09 (135 hipóteses):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2826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"confirmações"; só 2 aconteciam no código real.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outras 23 vinham de código alterado.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5935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763 chamadas à LLM: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ela reescrevia o harness até 6 vezes, até o ESBMC achar algum erro.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904488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de 34 casos sem resposta não diziam o motivo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não dava para saber se a falha era da LLM ou do ESBMC.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problema não era o modelo. Era deixar a LLM escrever o programa verificado.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2: o que mudou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09/09 a 30/09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028700"/>
                <a:gridCol w="72009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foi feito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 bugs, harness escrito à mão; na busca automática, a LLM escrevia o harness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a 22/09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auditado e ampliado para 116 bugs reais de 42 projetos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diagnóstico dos slides 3 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29/09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novo: a LLM não escreve mais código; confirmação exige execução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30/09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experimentos repetidos 3 vezes, controle de falso positivo, harness revisado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pipeline novo, a LLM só aponta o bug e informa tipos; o resto é automático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284835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33856"/>
            <a:ext cx="8046720" cy="2775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Código Python real (sem alteração)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① LLM ─────────── aponta a função e a expressão suspeita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② AST ─────────── confere que a expressão existe na função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          (não existe → para: localização inválida)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③ RECORTE ─────── automático: separa só o código que a função usa  ← slide 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④ LLM ─────────── informa os tipos das entradas, em JSON           ← slide 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⑤ HARNESS ─────── automático: monta o programa para o ESBMC        ← slide 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⑥ ESBMC ───────── procura uma entrada que faça o código falhar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          (se rejeitar o programa, a LLM corrige o JSON, até 2 vezes)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⑦ PYTHON REAL ─── executa o mesmo programa com valores concretos    ← slide 10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⑧ CONFIRMADO só se ESBMC e execução dão a mesma falha, na mesma linha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40005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LLM aparece só em ① e ④, e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escreve código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31139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caso para em algum passo, o motivo fica registrado.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passos que preparam o harness: recorte (automático) e tipos (LLM)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Recorte, automático.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 arquivo real tem centenas de linhas e importa bibliotecas que 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4081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ESBMC não conhece. O recorte: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7190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só a função e o que ela usa,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mudar nenhuma linha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29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 o que ela não usa (no tornado, 22 métodos);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cada biblioteca desconhecida por um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(ex.: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tornado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vira uma classe vazia).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Tipos em JSON, pela LLM.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ESBMC precisa saber o tipo de cada entrada para testar todos 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valores. A LLM responde só isto: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73552"/>
            <a:ext cx="8229600" cy="28803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10128"/>
            <a:ext cx="80467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{"params": {"value": "bool"}}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616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não escreve código: se errar o tipo, o programa rejeita o JSON e pede de novo.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harness é montado pelo programa: substitutos + código real + chamada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2528316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33856"/>
            <a:ext cx="8046720" cy="245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SUBSTITUTO (do recorte): biblioteca que o ESBMC não conhece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tornado_web_RequestHandler: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CÓDIGO REAL (do recorte): sem nenhuma alteração, mesma numeração de linhas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WebSocketHandler(tornado_web_RequestHandler):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stream = None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set_nodelay(self, value: bool)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assert self.stream is not None      # linha 127: o bug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self.stream.set_nodelay(value)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CHAMADA (do JSON da LLM): "value é bool"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_esbmc_main() -&gt; None: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bool = nondet_bool()             # qualquer bool: o ESBMC testa todos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WebSocketHandler().set_nodelay(value)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36804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o ESBMC acha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 = None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o Python real dá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AssertionError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linha 127: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9913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sem alterar a função.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recorte segue regras gerais para o que o ESBMC não aceita, e não ajustes por caso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213463"/>
                <a:gridCol w="2272937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código real 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ESBMC-Python 8.5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recorte faz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tornado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numpy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conhece a biblioteca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substituto automático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url = property(...)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aceita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property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url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vira uma entrada qualquer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__repr__ = __str__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aceita apelido de método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por um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equivalente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sys.exit()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carrega o módulo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fixo: o programa termina ali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do módulo que altera um dado usado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 recorte ficava incompleto)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esse código junto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962656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Testadas em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 bugs que não foram usados para criá-las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 111 para 123 casos chegam ao ESBMC (no dataset, de 77 para 85 de 99).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3493008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revisão independente do código achou 6 formas de o harness gerar confirmação falsa; todas foram corrigidas.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executar no Python real: o ESBMC-Python 8.5 erra nos dois sentidos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815542"/>
                <a:gridCol w="1870364"/>
                <a:gridCol w="2543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ESBMC-Python 8.5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while defs and defs[-1] &gt;= d: defs.pop()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falha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aponta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IndexError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falso positivo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v: Optional[int] = None; v + 1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aponta nada (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falso negativo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versão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corrigida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cli_bool_option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(youtube-dl)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falha em 144 entradas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ainda aponta violação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5603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isso, </a:t>
            </a:r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= o ESBMC aponta e o Python real reproduz, na mesma linha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87121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ESBMC acha candidatos testando todas as entradas; a execução prova que a falha acontece.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182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caso acima tem um reprodutor mínimo, pronto para virar issue no ESBMC-Python.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categoria virou só informação: não decide o harness nem a confirmação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86377"/>
                <a:gridCol w="2550017"/>
                <a:gridCol w="3593206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por categoria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mesmo para qualquer bug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categoria "combinar"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falha real, na linha apontada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Acerto da detecção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certa (49%)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 certa (97%) e expressão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116 bugs reais de 42 projetos, com versão corrigida para controle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5911403"/>
                <a:gridCol w="231819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 reais, com correção aceita pelo mantenedor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 (104 avaliáveis)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 arquivo 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a versão corrigida (controle de falso positivo)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Candidatos novos (BugsInPy), ainda fora do gabarito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com mais bugs: scrapy, thefuck, luigi, youtube-dl, tornado.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3: resultados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LLM acha a função com bug em 97% dos casos; a expressão, em 40%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7426712"/>
                <a:gridCol w="8028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LLM acertou (104 bugs, gpt-4o-mini)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arquivo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função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expressão (forma equivalente)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expressão (texto idêntico)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670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formas equivalentes (mesmo código com outro espaçamento, ou dentro de um </a:t>
            </a:r>
            <a:pPr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dobra o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2980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acerto; o ponto fraco que resta é a linha exata dentro da função certa.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Poucas confirmações, mas nenhuma falsa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895600"/>
                <a:gridCol w="5334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Confirmados no código original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 a localização dada; 1 com a LLM achando sozinha (tornado)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Mostrar o erro do ESBMC à LLM ajuda?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sim: 11,4% chegam a um veredito, contra 4,4% sem mostrar (mesmo custo, 3 rodadas)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Confirmações nas versões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corrigidas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em 2 rodadas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revisado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inválido cai de 15 para 7 casos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852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casos ainda para antes do veredito, num limite do ESBMC-Python (slide 16).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agente com o plugin ESBMC confirmou 4 bugs onde o pipeline parava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casos em que o pipeline automático parava; um agente (Claude Code + plugin ESBMC) tentou montar o harness de forma interativa.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conferiu tudo: ESBMC, execução real e se a função foi alterada.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confirmados sem alterar a função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(black, tornado, scrapy).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obstáculo agora é o ESBMC-Python aceitar código real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845750"/>
                <a:gridCol w="538385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ESBMC-Python 8.5 recusa ou falha 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construções comuns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async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"%d" % x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type(x).__name__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x.__dict__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**kwargs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em classe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e exceções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não carrega; não existe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SystemExit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a 8 casos por rodada estouram 180 s; trocar Bitwuzla por Boolector resolveu 2 de 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recorte passa por um limite, o caso costuma parar no próximo. Todos têm reprodutor mínimo.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Dúvidas, tarefas e próximos passos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0"/>
          </a:xfrm>
          <a:prstGeom prst="line">
            <a:avLst/>
          </a:prstGeom>
          <a:noFill/>
          <a:ln w="19050">
            <a:solidFill>
              <a:srgbClr val="0F7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4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Dúvidas</a:t>
            </a:r>
            <a:endParaRPr lang="en-US" sz="904" dirty="0"/>
          </a:p>
        </p:txBody>
      </p:sp>
      <p:sp>
        <p:nvSpPr>
          <p:cNvPr id="5" name="Text 3"/>
          <p:cNvSpPr/>
          <p:nvPr/>
        </p:nvSpPr>
        <p:spPr>
          <a:xfrm>
            <a:off x="548640" y="1341393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Posso abrir issues no ESBMC-Python com os reprodutores (falso positivo, falso negativo, </a:t>
            </a:r>
            <a:pPr indent="0" marL="0">
              <a:buNone/>
            </a:pPr>
            <a:r>
              <a:rPr lang="en-US" sz="904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</a:t>
            </a:r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904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SystemExit</a:t>
            </a:r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)?</a:t>
            </a:r>
            <a:endParaRPr lang="en-US" sz="904" dirty="0"/>
          </a:p>
        </p:txBody>
      </p:sp>
      <p:sp>
        <p:nvSpPr>
          <p:cNvPr id="6" name="Text 4"/>
          <p:cNvSpPr/>
          <p:nvPr/>
        </p:nvSpPr>
        <p:spPr>
          <a:xfrm>
            <a:off x="548640" y="1585506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 métrica principal da detecção: expressão equivalente (40%) ou idêntica (20%)?</a:t>
            </a:r>
            <a:endParaRPr lang="en-US" sz="904" dirty="0"/>
          </a:p>
        </p:txBody>
      </p:sp>
      <p:sp>
        <p:nvSpPr>
          <p:cNvPr id="7" name="Text 5"/>
          <p:cNvSpPr/>
          <p:nvPr/>
        </p:nvSpPr>
        <p:spPr>
          <a:xfrm>
            <a:off x="548640" y="1829619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Confirmação que passa por substituto de biblioteca conta na métrica principal?</a:t>
            </a:r>
            <a:endParaRPr lang="en-US" sz="904" dirty="0"/>
          </a:p>
        </p:txBody>
      </p:sp>
      <p:sp>
        <p:nvSpPr>
          <p:cNvPr id="8" name="Text 6"/>
          <p:cNvSpPr/>
          <p:nvPr/>
        </p:nvSpPr>
        <p:spPr>
          <a:xfrm>
            <a:off x="548640" y="2073732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Os 199 candidatos entram no dataset? Há tamanho mínimo para a qualificação?</a:t>
            </a:r>
            <a:endParaRPr lang="en-US" sz="904" dirty="0"/>
          </a:p>
        </p:txBody>
      </p:sp>
      <p:sp>
        <p:nvSpPr>
          <p:cNvPr id="9" name="Text 7"/>
          <p:cNvSpPr/>
          <p:nvPr/>
        </p:nvSpPr>
        <p:spPr>
          <a:xfrm>
            <a:off x="548640" y="2317845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Uma falha real na função certa, mas em outra linha que não a apontada pela LLM, deve contar como confirmação (numa categoria separada)?</a:t>
            </a:r>
            <a:endParaRPr lang="en-US" sz="904" dirty="0"/>
          </a:p>
        </p:txBody>
      </p:sp>
      <p:sp>
        <p:nvSpPr>
          <p:cNvPr id="10" name="Text 8"/>
          <p:cNvSpPr/>
          <p:nvPr/>
        </p:nvSpPr>
        <p:spPr>
          <a:xfrm>
            <a:off x="548640" y="2561958"/>
            <a:ext cx="8138160" cy="360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Code smells: ainda devo focar neles (por exemplo, como sinal para escolher quais funções a LLM analisa) ou o foco fica só em bugs que causam falha na execução?</a:t>
            </a:r>
            <a:endParaRPr lang="en-US" sz="904" dirty="0"/>
          </a:p>
        </p:txBody>
      </p:sp>
      <p:sp>
        <p:nvSpPr>
          <p:cNvPr id="11" name="Text 9"/>
          <p:cNvSpPr/>
          <p:nvPr/>
        </p:nvSpPr>
        <p:spPr>
          <a:xfrm>
            <a:off x="457200" y="2958744"/>
            <a:ext cx="822960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4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904" dirty="0"/>
          </a:p>
        </p:txBody>
      </p:sp>
      <p:sp>
        <p:nvSpPr>
          <p:cNvPr id="12" name="Text 10"/>
          <p:cNvSpPr/>
          <p:nvPr/>
        </p:nvSpPr>
        <p:spPr>
          <a:xfrm>
            <a:off x="548640" y="3202857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o pipeline num repositório Python completo, fora do dataset.</a:t>
            </a:r>
            <a:endParaRPr lang="en-US" sz="904" dirty="0"/>
          </a:p>
        </p:txBody>
      </p:sp>
      <p:sp>
        <p:nvSpPr>
          <p:cNvPr id="13" name="Text 11"/>
          <p:cNvSpPr/>
          <p:nvPr/>
        </p:nvSpPr>
        <p:spPr>
          <a:xfrm>
            <a:off x="548640" y="3446970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regras novas: import dentro de função e decorador de biblioteca (até 36 candidatos).</a:t>
            </a:r>
            <a:endParaRPr lang="en-US" sz="904" dirty="0"/>
          </a:p>
        </p:txBody>
      </p:sp>
      <p:sp>
        <p:nvSpPr>
          <p:cNvPr id="14" name="Text 12"/>
          <p:cNvSpPr/>
          <p:nvPr/>
        </p:nvSpPr>
        <p:spPr>
          <a:xfrm>
            <a:off x="548640" y="3691083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de solver quando o Bitwuzla estourar o tempo.</a:t>
            </a:r>
            <a:endParaRPr lang="en-US" sz="904" dirty="0"/>
          </a:p>
        </p:txBody>
      </p:sp>
      <p:sp>
        <p:nvSpPr>
          <p:cNvPr id="15" name="Text 13"/>
          <p:cNvSpPr/>
          <p:nvPr/>
        </p:nvSpPr>
        <p:spPr>
          <a:xfrm>
            <a:off x="548640" y="3935196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Refazer sem as pré-condições da LLM os casos "não confirmados", para garantir que elas não escondem o bug.</a:t>
            </a:r>
            <a:endParaRPr lang="en-US" sz="904" dirty="0"/>
          </a:p>
        </p:txBody>
      </p:sp>
      <p:sp>
        <p:nvSpPr>
          <p:cNvPr id="16" name="Text 14"/>
          <p:cNvSpPr/>
          <p:nvPr/>
        </p:nvSpPr>
        <p:spPr>
          <a:xfrm>
            <a:off x="548640" y="4179309"/>
            <a:ext cx="8138160" cy="360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o gerador de pytest do ESBMC (</a:t>
            </a:r>
            <a:pPr indent="0" marL="0">
              <a:buNone/>
            </a:pPr>
            <a:r>
              <a:rPr lang="en-US" sz="904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--generate-pytest-testcase</a:t>
            </a:r>
            <a:pPr indent="0" marL="0">
              <a:buNone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para entregar, em cada bug confirmado, um teste que o reproduz com o contraexemplo exato.</a:t>
            </a:r>
            <a:endParaRPr lang="en-US" sz="904" dirty="0"/>
          </a:p>
        </p:txBody>
      </p:sp>
      <p:sp>
        <p:nvSpPr>
          <p:cNvPr id="17" name="Text 15"/>
          <p:cNvSpPr/>
          <p:nvPr/>
        </p:nvSpPr>
        <p:spPr>
          <a:xfrm>
            <a:off x="548640" y="4576095"/>
            <a:ext cx="8138160" cy="2075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904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PGENE601: aplicar o pipeline a Python de sistemas ciber-físicos.</a:t>
            </a:r>
            <a:endParaRPr lang="en-US" sz="904" dirty="0"/>
          </a:p>
        </p:txBody>
      </p:sp>
      <p:sp>
        <p:nvSpPr>
          <p:cNvPr id="18" name="Text 16"/>
          <p:cNvSpPr/>
          <p:nvPr/>
        </p:nvSpPr>
        <p:spPr>
          <a:xfrm>
            <a:off x="8321040" y="48463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2026-09-30T02:02:18Z</dcterms:created>
  <dcterms:modified xsi:type="dcterms:W3CDTF">2026-09-30T02:02:18Z</dcterms:modified>
</cp:coreProperties>
</file>